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Weekly Status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>
                <a:solidFill>
                  <a:srgbClr val="FFFFFF"/>
                </a:solidFill>
              </a:rPr>
              <a:t>Teradata → Databricks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Reporting period: 2026-10-05 to 2026-10-11 (Mon–Sun)
Prepared by: Delivery Manager
Date issued: 2026-10-12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82880"/>
            <a:ext cx="1554480" cy="548640"/>
          </a:xfrm>
          <a:prstGeom prst="round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 b="1">
                <a:solidFill>
                  <a:srgbClr val="FFFFFF"/>
                </a:solidFill>
              </a:rPr>
              <a:t>AMBER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A44"/>
                </a:solidFill>
              </a:rPr>
              <a:t>Overall: Amber  |  Change vs. last week: n/a</a:t>
            </a:r>
          </a:p>
          <a:p>
            <a:pPr>
              <a:spcBef>
                <a:spcPts val="1200"/>
              </a:spcBef>
            </a:pPr>
            <a:r>
              <a:rPr b="1" sz="1800">
                <a:solidFill>
                  <a:srgbClr val="1F2A44"/>
                </a:solidFill>
              </a:rPr>
              <a:t>Reason: </a:t>
            </a:r>
            <a:r>
              <a:rPr sz="1800"/>
              <a:t>One open blocker on Data Migration (3 days); all other work is on track.</a:t>
            </a:r>
          </a:p>
          <a:p>
            <a:pPr>
              <a:spcBef>
                <a:spcPts val="1200"/>
              </a:spcBef>
            </a:pPr>
            <a:r>
              <a:rPr b="1" sz="1800">
                <a:solidFill>
                  <a:srgbClr val="1F2A44"/>
                </a:solidFill>
              </a:rPr>
              <a:t>Highlights: </a:t>
            </a:r>
            <a:r>
              <a:rPr sz="1800"/>
              <a:t>Three features were delivered this week: stored procedure conversion, historical table loads and the validation test plan.</a:t>
            </a:r>
          </a:p>
          <a:p>
            <a:pPr>
              <a:spcBef>
                <a:spcPts val="1200"/>
              </a:spcBef>
            </a:pPr>
            <a:r>
              <a:rPr b="1" sz="1800">
                <a:solidFill>
                  <a:srgbClr val="1F2A44"/>
                </a:solidFill>
              </a:rPr>
              <a:t>Concerns: </a:t>
            </a:r>
            <a:r>
              <a:rPr sz="1800"/>
              <a:t>Access to the production data source is not yet granted and has paused the next Data Migration loads.</a:t>
            </a:r>
          </a:p>
          <a:p>
            <a:pPr>
              <a:spcBef>
                <a:spcPts val="1200"/>
              </a:spcBef>
            </a:pPr>
            <a:r>
              <a:rPr b="1" sz="1800">
                <a:solidFill>
                  <a:srgbClr val="1F2A44"/>
                </a:solidFill>
              </a:rPr>
              <a:t>Decisions / support needed: </a:t>
            </a:r>
            <a:r>
              <a:rPr sz="1800"/>
              <a:t>Approval of production source access by 2026-10-14.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Milestone Progress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05840"/>
                <a:gridCol w="1188720"/>
                <a:gridCol w="1371600"/>
                <a:gridCol w="1737360"/>
                <a:gridCol w="1371600"/>
                <a:gridCol w="2377440"/>
              </a:tblGrid>
              <a:tr h="1143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Workstream (Epic)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RAG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% Complete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Δ vs. last week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Points done / total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Due date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RAG reason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r>
                        <a:rPr sz="1500"/>
                        <a:t>Schema Conversion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Green</a:t>
                      </a:r>
                    </a:p>
                  </a:txBody>
                  <a:tcPr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80%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n/a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64 / 80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2026-10-30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On track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r>
                        <a:rPr sz="1500"/>
                        <a:t>Data Migration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Amber</a:t>
                      </a:r>
                    </a:p>
                  </a:txBody>
                  <a:tcPr>
                    <a:solidFill>
                      <a:srgbClr val="F2A9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60 / 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2026-11-13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Open blocker (3 days)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r>
                        <a:rPr sz="1500"/>
                        <a:t>Validation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Green</a:t>
                      </a:r>
                    </a:p>
                  </a:txBody>
                  <a:tcPr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15%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n/a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12 / 80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2026-12-04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On track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Completed This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A44"/>
                </a:solidFill>
              </a:rPr>
              <a:t>Schema Conversion: Stored procedure conversion finished and signed off (13 points).</a:t>
            </a:r>
          </a:p>
          <a:p>
            <a:pPr>
              <a:spcBef>
                <a:spcPts val="1400"/>
              </a:spcBef>
            </a:pPr>
            <a:r>
              <a:rPr sz="2000">
                <a:solidFill>
                  <a:srgbClr val="1F2A44"/>
                </a:solidFill>
              </a:rPr>
              <a:t>Data Migration: Historical reference tables loaded to Databricks (8 points).</a:t>
            </a:r>
          </a:p>
          <a:p>
            <a:pPr>
              <a:spcBef>
                <a:spcPts val="1400"/>
              </a:spcBef>
            </a:pPr>
            <a:r>
              <a:rPr sz="2000">
                <a:solidFill>
                  <a:srgbClr val="1F2A44"/>
                </a:solidFill>
              </a:rPr>
              <a:t>Validation: Test plan and reconciliation approach approved (5 points).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Planned Next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A44"/>
                </a:solidFill>
              </a:rPr>
              <a:t>Schema Conversion: Convert remaining views and complete review.</a:t>
            </a:r>
          </a:p>
          <a:p>
            <a:pPr>
              <a:spcBef>
                <a:spcPts val="1400"/>
              </a:spcBef>
            </a:pPr>
            <a:r>
              <a:rPr sz="2000">
                <a:solidFill>
                  <a:srgbClr val="1F2A44"/>
                </a:solidFill>
              </a:rPr>
              <a:t>Data Migration: Resume transactional table loads once source access is approved.</a:t>
            </a:r>
          </a:p>
          <a:p>
            <a:pPr>
              <a:spcBef>
                <a:spcPts val="1400"/>
              </a:spcBef>
            </a:pPr>
            <a:r>
              <a:rPr sz="2000">
                <a:solidFill>
                  <a:srgbClr val="1F2A44"/>
                </a:solidFill>
              </a:rPr>
              <a:t>Validation: Start building reconciliation scripts for migrated tables.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Key Risks &amp; Issues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70432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554480"/>
                <a:gridCol w="2743200"/>
                <a:gridCol w="914400"/>
                <a:gridCol w="914400"/>
                <a:gridCol w="3383280"/>
                <a:gridCol w="1737360"/>
              </a:tblGrid>
              <a:tr h="2286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Workstream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Risk / Issue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Days open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Impact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Mitigation plan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Owner (team)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400"/>
                        <a:t>1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Data Migration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Production source access not granted; transactional loads paused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3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Med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Access request escalated to the security team; approval targeted by 2026-10-14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Platform team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A44"/>
                </a:solidFill>
              </a:rPr>
              <a:t>Manual overrides: None</a:t>
            </a:r>
          </a:p>
          <a:p>
            <a:pPr>
              <a:spcBef>
                <a:spcPts val="1200"/>
              </a:spcBef>
            </a:pPr>
            <a:r>
              <a:rPr b="1" sz="2000">
                <a:solidFill>
                  <a:srgbClr val="1F2A44"/>
                </a:solidFill>
              </a:rPr>
              <a:t>Data notes: </a:t>
            </a:r>
            <a:r>
              <a:rPr sz="2000"/>
              <a:t>First report in this format, so week-over-week changes and trend are not available. Figures are illustrative placeholders; replace with Jira data before issuing.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